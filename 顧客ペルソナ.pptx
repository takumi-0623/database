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8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F77B0-2807-7B60-11A9-CA2637607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C2550D9-E851-8492-843A-2A0BF453C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F38515-D0C4-FF5B-1233-3C068BF2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FFE861-BC2E-28E6-4612-C77EE3D6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C62EB7-F166-9C10-6AF7-D5B5835C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19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641CC4-EF1F-7321-5E7F-A2DF51A1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BAEFC6-C7E1-7CF0-35F3-E9C6D5617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7A4279-8208-305B-A62A-180BBB24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490083-1449-2340-3BF3-B61CCAD2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6CF157-AFEE-60EB-CA14-F60817A7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264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2ECCB-DC30-74FD-C097-7753E021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BAEA78-A2B3-5D89-F3A0-E1261D3A7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B2A0A3-C10D-5D16-7071-AC6DDB0A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06C8DD-68AF-F2CF-64F8-F208E9AA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D9004D-E4BA-15EE-7D12-A149A537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71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7FB29-F17E-25A4-A6D0-1A739345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DD015B-3E18-C30F-086A-5E214B80F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932287-F964-5E85-83FA-9B51B4788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68B296-20F3-2C7D-725C-904C7E63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AB13AB-6E71-CBC5-9A87-C0BC073D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2ACC93-4483-F8B4-0263-E2F16BFC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843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27500-2C05-97AC-092A-B4AC960A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A5F4AF-3607-78C0-895C-422D65231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2571E5-9F9D-0BCD-C854-963A53F67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F2FA62-7C9B-6041-A635-BAC64F41A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354F6C-E5DD-62BC-450E-F1DF8E004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EA8A2-46E4-43BB-F34F-C3697008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96632F2-DBAE-2348-A100-1CD37240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DBC05A-1671-2821-86BC-C9FB5C8C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17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3CEA5-4976-3F4C-89E6-3E622CF9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08D31D-D22F-343D-5FDC-B2977973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CE9CFC-0F84-89B5-539A-AB22F273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1BC794-1727-FF63-123A-5DA83624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85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0F2ABA-08B4-4982-4E0F-B2ECE22F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528411-7E77-940B-9F2E-C24DEC59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45BC2C-A66F-2EFD-E725-51D59DEA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29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F3B57-7767-5E06-2279-13D03D3A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EAF3BE-BAC5-772C-DDA3-D7B6079C6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E1C765-6613-E3F0-6AE9-CE8DAC71C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BD72C8-5D45-D0A4-105D-08E5D677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B5CD94-A164-5DEB-762C-C53E4585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4BADCF-1A79-628A-C5D4-69162E59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17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0AA59-FB39-3A2A-97DF-A1C9481F7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B1F6B33-B1B5-B5A5-66B4-B98E7B6CE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93369E-FCB5-674F-8F24-A14F0DB5C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1D6D6A-58DA-FAAD-74AB-2307F6AC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E7B614-21B6-D9EE-2267-0E4BB5DE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DA875F-00D1-17E1-2E7A-09E8FF73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15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8374A-37FC-4F70-DB6D-9D0C2396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246201-65C8-0193-E243-A84EA5C87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0EAA2C-41D0-0B8A-419A-E0FF69E3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E85003-FAEF-6010-549A-585AD5FB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73960-D9FC-5C53-6D04-BFB1DD6C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30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2C652D-2BF3-4B2A-5F8A-BF683E586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2D13CDE-B290-7DD8-CC36-2CF18371C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D18D62-AB8E-F0E0-59E7-E7CAA1A4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9007DB-7339-F1ED-2770-75F9AD4B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DC5CBF-AC62-59B1-0F65-C5E5BE46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73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4B0122-FC2A-63AA-1A36-00A3DC76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839F33-7223-A89A-037A-397734100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83352-AAD3-C020-2957-2800C3F86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CA981-E8EC-4C68-A341-33425362E021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6C2FFB-3CC0-BD77-8796-24160D37B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C0026B-4E90-B9D6-57CE-9B695FA21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9F67C-5209-4FFD-B837-E6C01BC86B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921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61A4A7-B849-C694-139E-29562F3A1818}"/>
              </a:ext>
            </a:extLst>
          </p:cNvPr>
          <p:cNvSpPr/>
          <p:nvPr/>
        </p:nvSpPr>
        <p:spPr>
          <a:xfrm>
            <a:off x="376990" y="445542"/>
            <a:ext cx="3552722" cy="5966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B6D649-054C-4FED-00AB-6E8646673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175" y="1748662"/>
            <a:ext cx="7249213" cy="44290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sz="1800" u="sng" dirty="0"/>
              <a:t>価値観・パーソナリティ</a:t>
            </a:r>
            <a:endParaRPr lang="en-US" altLang="ja-JP" sz="1800" u="sng" dirty="0"/>
          </a:p>
          <a:p>
            <a:pPr marL="0" indent="0">
              <a:buNone/>
            </a:pPr>
            <a:r>
              <a:rPr lang="ja-JP" altLang="en-US" sz="1800" dirty="0"/>
              <a:t>・かなり社交的で友達も多く、サークルにも所属している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・勉強が嫌いなわけではなく、物事を継続する能力も持っている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・タスク管理が苦手で、課題を出し忘れることが多い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・休日は友達と遊んだり、バイトをしたりしている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u="sng" dirty="0"/>
              <a:t>課題管理アプリを利用する動機</a:t>
            </a:r>
            <a:endParaRPr lang="en-US" altLang="ja-JP" sz="1800" u="sng" dirty="0"/>
          </a:p>
          <a:p>
            <a:pPr marL="0" indent="0">
              <a:buNone/>
            </a:pPr>
            <a:r>
              <a:rPr lang="ja-JP" altLang="en-US" sz="1800" dirty="0"/>
              <a:t>・バイトやサークルで忙しく、勉強が後回しになっている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・タスク管理が苦手で、課題を出し忘れることが多い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・課題提出漏れが原因で単位を落としてしまった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u="sng" dirty="0"/>
              <a:t>課題管理アプリに求めること</a:t>
            </a:r>
            <a:endParaRPr lang="en-US" altLang="ja-JP" sz="1800" u="sng" dirty="0"/>
          </a:p>
          <a:p>
            <a:pPr marL="0" indent="0">
              <a:buNone/>
            </a:pPr>
            <a:r>
              <a:rPr lang="ja-JP" altLang="en-US" sz="1800" dirty="0"/>
              <a:t>・課題の締め切りがパッと見で分かるようなアプリがいい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・どれを出してどれを出していないのかも管理したい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・授業名と課題内容の両方を管理したい</a:t>
            </a:r>
            <a:endParaRPr lang="en-US" altLang="ja-JP" sz="18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C5ACBE-562E-2998-6F09-157EC4CEF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3190" y="2697426"/>
            <a:ext cx="3266386" cy="3480301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名前：Matsunaga Takumi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年齢：20歳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職業：大学2年生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所属：大学・サークル</a:t>
            </a:r>
            <a:endParaRPr kumimoji="0"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現在の状況： バイトとサークル、勉強の両立に奮闘中 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居住地：東京都中央区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06E21BF-1252-A967-CAA7-B88627ED2659}"/>
              </a:ext>
            </a:extLst>
          </p:cNvPr>
          <p:cNvSpPr txBox="1"/>
          <p:nvPr/>
        </p:nvSpPr>
        <p:spPr>
          <a:xfrm>
            <a:off x="4106175" y="445542"/>
            <a:ext cx="74965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/>
              <a:t>多くのことに追われ、</a:t>
            </a:r>
            <a:r>
              <a:rPr kumimoji="1" lang="ja-JP" altLang="en-US" sz="3200" b="1" dirty="0"/>
              <a:t>課題を忘れてしまう大学生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3318240-AE86-39ED-A805-50197E46B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図 11" descr="携帯電話を持っている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E297BA51-A54A-CFB4-4CBC-FAFB059B0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13" y="585864"/>
            <a:ext cx="1417476" cy="197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5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191</Words>
  <Application>Microsoft Office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虎太郎 中居</dc:creator>
  <cp:lastModifiedBy>上島　拓実</cp:lastModifiedBy>
  <cp:revision>5</cp:revision>
  <dcterms:created xsi:type="dcterms:W3CDTF">2025-02-03T15:09:48Z</dcterms:created>
  <dcterms:modified xsi:type="dcterms:W3CDTF">2026-01-21T03:48:20Z</dcterms:modified>
</cp:coreProperties>
</file>