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A5A5A5"/>
    <a:srgbClr val="99CC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A068F7-0B2D-427D-BCAA-7978648D9163}" type="doc">
      <dgm:prSet loTypeId="urn:microsoft.com/office/officeart/2005/8/layout/chevron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7879E4BB-9197-45AA-A730-BD85105485EB}">
      <dgm:prSet phldrT="[テキスト]"/>
      <dgm:spPr/>
      <dgm:t>
        <a:bodyPr/>
        <a:lstStyle/>
        <a:p>
          <a:r>
            <a:rPr kumimoji="1" lang="ja-JP" altLang="en-US" dirty="0">
              <a:solidFill>
                <a:schemeClr val="tx1"/>
              </a:solidFill>
            </a:rPr>
            <a:t>高校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r>
            <a:rPr kumimoji="1" lang="ja-JP" altLang="en-US" dirty="0">
              <a:solidFill>
                <a:schemeClr val="tx1"/>
              </a:solidFill>
            </a:rPr>
            <a:t>年生</a:t>
          </a:r>
        </a:p>
      </dgm:t>
    </dgm:pt>
    <dgm:pt modelId="{3C653E70-2B6E-41B5-80BA-75B9C0678DFB}" type="parTrans" cxnId="{9780F55E-1C29-4034-9AE1-B0E73C4D2C54}">
      <dgm:prSet/>
      <dgm:spPr/>
      <dgm:t>
        <a:bodyPr/>
        <a:lstStyle/>
        <a:p>
          <a:endParaRPr kumimoji="1" lang="ja-JP" altLang="en-US"/>
        </a:p>
      </dgm:t>
    </dgm:pt>
    <dgm:pt modelId="{C578FE78-5662-4841-984D-E15A05369A48}" type="sibTrans" cxnId="{9780F55E-1C29-4034-9AE1-B0E73C4D2C54}">
      <dgm:prSet/>
      <dgm:spPr/>
      <dgm:t>
        <a:bodyPr/>
        <a:lstStyle/>
        <a:p>
          <a:endParaRPr kumimoji="1" lang="ja-JP" altLang="en-US"/>
        </a:p>
      </dgm:t>
    </dgm:pt>
    <dgm:pt modelId="{3A89EA05-64CE-4B31-811C-D3D2D8ADF888}">
      <dgm:prSet phldrT="[テキスト]"/>
      <dgm:spPr/>
      <dgm:t>
        <a:bodyPr/>
        <a:lstStyle/>
        <a:p>
          <a:r>
            <a:rPr kumimoji="1" lang="ja-JP" altLang="en-US" dirty="0">
              <a:solidFill>
                <a:schemeClr val="tx1"/>
              </a:solidFill>
            </a:rPr>
            <a:t>大学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r>
            <a:rPr kumimoji="1" lang="ja-JP" altLang="en-US" dirty="0">
              <a:solidFill>
                <a:schemeClr val="tx1"/>
              </a:solidFill>
            </a:rPr>
            <a:t>年生</a:t>
          </a:r>
        </a:p>
      </dgm:t>
    </dgm:pt>
    <dgm:pt modelId="{267CF95C-7035-4E46-9007-ABDBDEE1EA5B}" type="parTrans" cxnId="{5D01CC28-3C39-4017-8539-17135110554D}">
      <dgm:prSet/>
      <dgm:spPr/>
      <dgm:t>
        <a:bodyPr/>
        <a:lstStyle/>
        <a:p>
          <a:endParaRPr kumimoji="1" lang="ja-JP" altLang="en-US"/>
        </a:p>
      </dgm:t>
    </dgm:pt>
    <dgm:pt modelId="{CF957297-24C9-4172-8F69-A9D43C03DCCE}" type="sibTrans" cxnId="{5D01CC28-3C39-4017-8539-17135110554D}">
      <dgm:prSet/>
      <dgm:spPr/>
      <dgm:t>
        <a:bodyPr/>
        <a:lstStyle/>
        <a:p>
          <a:endParaRPr kumimoji="1" lang="ja-JP" altLang="en-US"/>
        </a:p>
      </dgm:t>
    </dgm:pt>
    <dgm:pt modelId="{BE0F248F-8E38-4207-ADF6-C215CD8A515C}">
      <dgm:prSet phldrT="[テキスト]"/>
      <dgm:spPr/>
      <dgm:t>
        <a:bodyPr/>
        <a:lstStyle/>
        <a:p>
          <a:r>
            <a:rPr kumimoji="1" lang="ja-JP" altLang="en-US" dirty="0">
              <a:solidFill>
                <a:schemeClr val="tx1"/>
              </a:solidFill>
            </a:rPr>
            <a:t>大学</a:t>
          </a:r>
          <a:r>
            <a:rPr kumimoji="1" lang="en-US" altLang="ja-JP" dirty="0">
              <a:solidFill>
                <a:schemeClr val="tx1"/>
              </a:solidFill>
            </a:rPr>
            <a:t>2</a:t>
          </a:r>
          <a:r>
            <a:rPr kumimoji="1" lang="ja-JP" altLang="en-US" dirty="0">
              <a:solidFill>
                <a:schemeClr val="tx1"/>
              </a:solidFill>
            </a:rPr>
            <a:t>年生</a:t>
          </a:r>
        </a:p>
      </dgm:t>
    </dgm:pt>
    <dgm:pt modelId="{FA6383C7-A199-4B83-B60A-E6B06DEAD3C5}" type="parTrans" cxnId="{D1EE04DD-C0D4-4F32-B975-B50EED519318}">
      <dgm:prSet/>
      <dgm:spPr/>
      <dgm:t>
        <a:bodyPr/>
        <a:lstStyle/>
        <a:p>
          <a:endParaRPr kumimoji="1" lang="ja-JP" altLang="en-US"/>
        </a:p>
      </dgm:t>
    </dgm:pt>
    <dgm:pt modelId="{F2FD0654-EB47-4B01-ABE8-7D217C86E064}" type="sibTrans" cxnId="{D1EE04DD-C0D4-4F32-B975-B50EED519318}">
      <dgm:prSet/>
      <dgm:spPr/>
      <dgm:t>
        <a:bodyPr/>
        <a:lstStyle/>
        <a:p>
          <a:endParaRPr kumimoji="1" lang="ja-JP" altLang="en-US"/>
        </a:p>
      </dgm:t>
    </dgm:pt>
    <dgm:pt modelId="{4C1994E3-890F-4825-998E-C5D99274E06E}" type="pres">
      <dgm:prSet presAssocID="{1AA068F7-0B2D-427D-BCAA-7978648D9163}" presName="Name0" presStyleCnt="0">
        <dgm:presLayoutVars>
          <dgm:dir/>
          <dgm:animLvl val="lvl"/>
          <dgm:resizeHandles val="exact"/>
        </dgm:presLayoutVars>
      </dgm:prSet>
      <dgm:spPr/>
    </dgm:pt>
    <dgm:pt modelId="{62A88C6B-3778-4ADD-8AC5-C0910FA7F944}" type="pres">
      <dgm:prSet presAssocID="{7879E4BB-9197-45AA-A730-BD85105485EB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EA96D84-4615-4109-8C6D-21C76F139544}" type="pres">
      <dgm:prSet presAssocID="{C578FE78-5662-4841-984D-E15A05369A48}" presName="parTxOnlySpace" presStyleCnt="0"/>
      <dgm:spPr/>
    </dgm:pt>
    <dgm:pt modelId="{7A46AAE7-C355-4193-BB91-5297FE11B359}" type="pres">
      <dgm:prSet presAssocID="{3A89EA05-64CE-4B31-811C-D3D2D8ADF88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70331B3-0107-4A44-ACAA-F6000F7F8BFF}" type="pres">
      <dgm:prSet presAssocID="{CF957297-24C9-4172-8F69-A9D43C03DCCE}" presName="parTxOnlySpace" presStyleCnt="0"/>
      <dgm:spPr/>
    </dgm:pt>
    <dgm:pt modelId="{8965531E-777E-44BB-A237-E6049EC218AD}" type="pres">
      <dgm:prSet presAssocID="{BE0F248F-8E38-4207-ADF6-C215CD8A515C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8EC2B13-4EA9-4FBA-992A-78CCAEEF6434}" type="presOf" srcId="{7879E4BB-9197-45AA-A730-BD85105485EB}" destId="{62A88C6B-3778-4ADD-8AC5-C0910FA7F944}" srcOrd="0" destOrd="0" presId="urn:microsoft.com/office/officeart/2005/8/layout/chevron1"/>
    <dgm:cxn modelId="{5D01CC28-3C39-4017-8539-17135110554D}" srcId="{1AA068F7-0B2D-427D-BCAA-7978648D9163}" destId="{3A89EA05-64CE-4B31-811C-D3D2D8ADF888}" srcOrd="1" destOrd="0" parTransId="{267CF95C-7035-4E46-9007-ABDBDEE1EA5B}" sibTransId="{CF957297-24C9-4172-8F69-A9D43C03DCCE}"/>
    <dgm:cxn modelId="{9780F55E-1C29-4034-9AE1-B0E73C4D2C54}" srcId="{1AA068F7-0B2D-427D-BCAA-7978648D9163}" destId="{7879E4BB-9197-45AA-A730-BD85105485EB}" srcOrd="0" destOrd="0" parTransId="{3C653E70-2B6E-41B5-80BA-75B9C0678DFB}" sibTransId="{C578FE78-5662-4841-984D-E15A05369A48}"/>
    <dgm:cxn modelId="{F0E0A0A4-602B-4C5E-8207-B6F6372E188C}" type="presOf" srcId="{1AA068F7-0B2D-427D-BCAA-7978648D9163}" destId="{4C1994E3-890F-4825-998E-C5D99274E06E}" srcOrd="0" destOrd="0" presId="urn:microsoft.com/office/officeart/2005/8/layout/chevron1"/>
    <dgm:cxn modelId="{46B653AE-EE5E-497D-9BBC-BA6D799E98D5}" type="presOf" srcId="{3A89EA05-64CE-4B31-811C-D3D2D8ADF888}" destId="{7A46AAE7-C355-4193-BB91-5297FE11B359}" srcOrd="0" destOrd="0" presId="urn:microsoft.com/office/officeart/2005/8/layout/chevron1"/>
    <dgm:cxn modelId="{D1EE04DD-C0D4-4F32-B975-B50EED519318}" srcId="{1AA068F7-0B2D-427D-BCAA-7978648D9163}" destId="{BE0F248F-8E38-4207-ADF6-C215CD8A515C}" srcOrd="2" destOrd="0" parTransId="{FA6383C7-A199-4B83-B60A-E6B06DEAD3C5}" sibTransId="{F2FD0654-EB47-4B01-ABE8-7D217C86E064}"/>
    <dgm:cxn modelId="{47370DEA-42B1-4C01-84EA-8399204FCC82}" type="presOf" srcId="{BE0F248F-8E38-4207-ADF6-C215CD8A515C}" destId="{8965531E-777E-44BB-A237-E6049EC218AD}" srcOrd="0" destOrd="0" presId="urn:microsoft.com/office/officeart/2005/8/layout/chevron1"/>
    <dgm:cxn modelId="{7629B008-543D-43C2-9ADE-525639277E72}" type="presParOf" srcId="{4C1994E3-890F-4825-998E-C5D99274E06E}" destId="{62A88C6B-3778-4ADD-8AC5-C0910FA7F944}" srcOrd="0" destOrd="0" presId="urn:microsoft.com/office/officeart/2005/8/layout/chevron1"/>
    <dgm:cxn modelId="{8AC78D02-517B-4C1E-A13D-D529EBE1B4A1}" type="presParOf" srcId="{4C1994E3-890F-4825-998E-C5D99274E06E}" destId="{DEA96D84-4615-4109-8C6D-21C76F139544}" srcOrd="1" destOrd="0" presId="urn:microsoft.com/office/officeart/2005/8/layout/chevron1"/>
    <dgm:cxn modelId="{F5BE67EF-E360-4E7A-A4FD-746559FA6C04}" type="presParOf" srcId="{4C1994E3-890F-4825-998E-C5D99274E06E}" destId="{7A46AAE7-C355-4193-BB91-5297FE11B359}" srcOrd="2" destOrd="0" presId="urn:microsoft.com/office/officeart/2005/8/layout/chevron1"/>
    <dgm:cxn modelId="{2D737A56-3507-4C87-9280-607D95380713}" type="presParOf" srcId="{4C1994E3-890F-4825-998E-C5D99274E06E}" destId="{770331B3-0107-4A44-ACAA-F6000F7F8BFF}" srcOrd="3" destOrd="0" presId="urn:microsoft.com/office/officeart/2005/8/layout/chevron1"/>
    <dgm:cxn modelId="{FC49E828-BD9C-492B-91E0-49F4D841AF5B}" type="presParOf" srcId="{4C1994E3-890F-4825-998E-C5D99274E06E}" destId="{8965531E-777E-44BB-A237-E6049EC218A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88C6B-3778-4ADD-8AC5-C0910FA7F944}">
      <dsp:nvSpPr>
        <dsp:cNvPr id="0" name=""/>
        <dsp:cNvSpPr/>
      </dsp:nvSpPr>
      <dsp:spPr>
        <a:xfrm>
          <a:off x="3115" y="0"/>
          <a:ext cx="3795368" cy="43030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 dirty="0">
              <a:solidFill>
                <a:schemeClr val="tx1"/>
              </a:solidFill>
            </a:rPr>
            <a:t>高校</a:t>
          </a:r>
          <a:r>
            <a:rPr kumimoji="1" lang="en-US" altLang="ja-JP" sz="1900" kern="1200" dirty="0">
              <a:solidFill>
                <a:schemeClr val="tx1"/>
              </a:solidFill>
            </a:rPr>
            <a:t>3</a:t>
          </a:r>
          <a:r>
            <a:rPr kumimoji="1" lang="ja-JP" altLang="en-US" sz="1900" kern="1200" dirty="0">
              <a:solidFill>
                <a:schemeClr val="tx1"/>
              </a:solidFill>
            </a:rPr>
            <a:t>年生</a:t>
          </a:r>
        </a:p>
      </dsp:txBody>
      <dsp:txXfrm>
        <a:off x="218268" y="0"/>
        <a:ext cx="3365063" cy="430305"/>
      </dsp:txXfrm>
    </dsp:sp>
    <dsp:sp modelId="{7A46AAE7-C355-4193-BB91-5297FE11B359}">
      <dsp:nvSpPr>
        <dsp:cNvPr id="0" name=""/>
        <dsp:cNvSpPr/>
      </dsp:nvSpPr>
      <dsp:spPr>
        <a:xfrm>
          <a:off x="3418946" y="0"/>
          <a:ext cx="3795368" cy="43030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 dirty="0">
              <a:solidFill>
                <a:schemeClr val="tx1"/>
              </a:solidFill>
            </a:rPr>
            <a:t>大学</a:t>
          </a:r>
          <a:r>
            <a:rPr kumimoji="1" lang="en-US" altLang="ja-JP" sz="1900" kern="1200" dirty="0">
              <a:solidFill>
                <a:schemeClr val="tx1"/>
              </a:solidFill>
            </a:rPr>
            <a:t>1</a:t>
          </a:r>
          <a:r>
            <a:rPr kumimoji="1" lang="ja-JP" altLang="en-US" sz="1900" kern="1200" dirty="0">
              <a:solidFill>
                <a:schemeClr val="tx1"/>
              </a:solidFill>
            </a:rPr>
            <a:t>年生</a:t>
          </a:r>
        </a:p>
      </dsp:txBody>
      <dsp:txXfrm>
        <a:off x="3634099" y="0"/>
        <a:ext cx="3365063" cy="430305"/>
      </dsp:txXfrm>
    </dsp:sp>
    <dsp:sp modelId="{8965531E-777E-44BB-A237-E6049EC218AD}">
      <dsp:nvSpPr>
        <dsp:cNvPr id="0" name=""/>
        <dsp:cNvSpPr/>
      </dsp:nvSpPr>
      <dsp:spPr>
        <a:xfrm>
          <a:off x="6834777" y="0"/>
          <a:ext cx="3795368" cy="43030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 dirty="0">
              <a:solidFill>
                <a:schemeClr val="tx1"/>
              </a:solidFill>
            </a:rPr>
            <a:t>大学</a:t>
          </a:r>
          <a:r>
            <a:rPr kumimoji="1" lang="en-US" altLang="ja-JP" sz="1900" kern="1200" dirty="0">
              <a:solidFill>
                <a:schemeClr val="tx1"/>
              </a:solidFill>
            </a:rPr>
            <a:t>2</a:t>
          </a:r>
          <a:r>
            <a:rPr kumimoji="1" lang="ja-JP" altLang="en-US" sz="1900" kern="1200" dirty="0">
              <a:solidFill>
                <a:schemeClr val="tx1"/>
              </a:solidFill>
            </a:rPr>
            <a:t>年生</a:t>
          </a:r>
        </a:p>
      </dsp:txBody>
      <dsp:txXfrm>
        <a:off x="7049930" y="0"/>
        <a:ext cx="3365063" cy="430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2ADFE-441A-4C87-9B00-841CB481B1DE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CA2F0-AC3D-43FB-9F3D-3C30DFFEC5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54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F2569-386F-6E0E-0441-5841ACD9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A732180-096A-F231-A957-822D818C0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83BCE4E-495B-9385-C1DC-94296EB62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EDC998-8165-0C44-03C5-B4D379A03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A2F0-AC3D-43FB-9F3D-3C30DFFEC5A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985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66551-C9EF-D873-04D7-F5EA95F6E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A7930D-C043-3A3D-A0EF-0CF4F1CC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9933EB-01E3-DCB1-8ACB-91074080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576A93-86BD-E9CA-B8F3-1F76B6A7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2D085D-7E87-A700-97AE-731B5199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22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4EF7A-3C5C-9BE1-6AEB-C78B92C8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C11207-2A05-5353-DA3E-7D97577A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F4EB9E-0150-2D36-A1E7-E36651AA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E5457E-C697-0429-6626-677FAE87B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8C1D87-8B58-1E1C-3B56-11D9066A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0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96A43-7032-5C8A-9605-710153DD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809070-1898-6C28-E079-C03657FC1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EBBCC4-E208-E8FB-8444-ED67A485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E83AAB-73B6-FDC8-E009-9FE1F6C6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B1D3EB-55B4-FF35-BABE-C6F6933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784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1D4041-FDC4-39A3-7EF9-D2A5AAE7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F837C8-0C1C-F815-1F02-AA008076F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2034D3-5915-9A45-5841-1CD7E5348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4B209-87E1-3982-ACDE-9634C2ED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6A9E83-A192-D9AA-9682-C3D0AD07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29BCC0-4E6D-AA69-3AAD-B3B7BCA1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96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6B05C-A851-F560-0AFC-30459001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DD0AC7-1935-4445-31B2-BD28EF45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4B35C3-F01C-7B85-A880-5CC59A698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852B62-0A39-F5E7-B371-A259F9D1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31D3DB-7830-648B-6D7A-DCDBF547D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5A7B38-64F4-23C7-5B51-F1099D91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09E7FD-3C4B-644C-FBE7-668B0E1E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7AE573-DB83-9C9B-816A-BC958C7A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504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E5D5B-7CC6-7887-69AA-895F8044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5DF3CD7-66E2-5B7B-56A5-AF7ADBBE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B30372-BF57-3B34-A95F-0330CEB3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7A26DD-198F-8171-848A-9FDAE25C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41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E3CFF9-96B7-15A9-0092-CE38C9AA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1E19FE-7C43-DCC1-385B-39DAFAB9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5F9E05-1060-DDF2-55F6-85060EFB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66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B225F-571F-00C8-A1B9-E16766B2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256E25-80AD-8DDD-2860-503AA5B86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CAD7C2-FAEE-FDC9-4D5D-BE78A69CD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A501AE-032E-4E54-9569-8EE99B14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195835-33CA-79C4-0A95-89E45911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0A51A5-FBFB-086B-5B8C-62808759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48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31D99-BA09-20FA-3E23-2A6FF8E0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5779776-DE1E-FD12-F90C-AFEF228B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5DE229-5E45-A7DC-9082-93CB2B452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7BC699-FD71-C45C-6AD1-62A93C8A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2D2E47-C199-A193-5133-BCB96D50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E50B47-E46A-9F9F-CE44-35E274CD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35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662DC-B7AE-78B7-DEF6-6F27525D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B17A45-129C-22C4-D909-259D70485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0FBD8E-A38F-83DA-9189-0E7CF43D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A5B874-BA0F-B5B3-1D0E-F1AFE932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DBB2FB-879F-2C93-CDEB-AB8E5BB9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71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246B8F-8818-763D-6120-B1610AECA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021CAD-A20E-FB8E-12EC-B339A4EF9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56809-3152-71DB-FB29-84F69479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6FA602-C4F1-00D7-268C-731AD371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6E5A56-CA52-E278-7EDF-381BA7A4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3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62B867-B2E4-0E74-0850-C296BCB9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C4B8C8-4F2B-4A02-86D5-DE9FCB33D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D1000A-A805-AE49-0F63-F2428B3A6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C3749-C9A9-41C3-9FB9-8134F79A0B30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B7E8E6-F601-A084-2E1C-B598102F2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1FB8A-842B-2DBD-F334-06B5A0A06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56EB4-7796-449E-9ED0-7700179DA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28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sv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7ADD-8419-4BC0-4144-C5C6A287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AF964E9D-4468-C1CD-87CA-4656B7562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948518"/>
              </p:ext>
            </p:extLst>
          </p:nvPr>
        </p:nvGraphicFramePr>
        <p:xfrm>
          <a:off x="1280833" y="1129553"/>
          <a:ext cx="10633261" cy="430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352ED19F-DF19-6CB1-20E2-72F49F43ABCC}"/>
              </a:ext>
            </a:extLst>
          </p:cNvPr>
          <p:cNvSpPr/>
          <p:nvPr/>
        </p:nvSpPr>
        <p:spPr>
          <a:xfrm>
            <a:off x="188259" y="242047"/>
            <a:ext cx="995082" cy="708212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ペルソナ</a:t>
            </a: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724B672A-6EDA-2541-EC90-397903566C95}"/>
              </a:ext>
            </a:extLst>
          </p:cNvPr>
          <p:cNvSpPr/>
          <p:nvPr/>
        </p:nvSpPr>
        <p:spPr>
          <a:xfrm>
            <a:off x="188259" y="1129553"/>
            <a:ext cx="995082" cy="430305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フェーズ</a:t>
            </a:r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7C79DD10-77F1-00D8-5C13-F252A80F9903}"/>
              </a:ext>
            </a:extLst>
          </p:cNvPr>
          <p:cNvSpPr/>
          <p:nvPr/>
        </p:nvSpPr>
        <p:spPr>
          <a:xfrm>
            <a:off x="188259" y="1739152"/>
            <a:ext cx="995082" cy="2151530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行動</a:t>
            </a:r>
          </a:p>
        </p:txBody>
      </p:sp>
      <p:sp>
        <p:nvSpPr>
          <p:cNvPr id="11" name="フローチャート: 処理 10">
            <a:extLst>
              <a:ext uri="{FF2B5EF4-FFF2-40B4-BE49-F238E27FC236}">
                <a16:creationId xmlns:a16="http://schemas.microsoft.com/office/drawing/2014/main" id="{C680BE01-99A1-5F59-F87F-FFAA8A744813}"/>
              </a:ext>
            </a:extLst>
          </p:cNvPr>
          <p:cNvSpPr/>
          <p:nvPr/>
        </p:nvSpPr>
        <p:spPr>
          <a:xfrm>
            <a:off x="188259" y="4069977"/>
            <a:ext cx="995082" cy="1658470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感情</a:t>
            </a:r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6BC45DE2-03B8-9A4E-9FAA-CD01D0EF8C48}"/>
              </a:ext>
            </a:extLst>
          </p:cNvPr>
          <p:cNvSpPr/>
          <p:nvPr/>
        </p:nvSpPr>
        <p:spPr>
          <a:xfrm>
            <a:off x="188259" y="5907741"/>
            <a:ext cx="995082" cy="708212"/>
          </a:xfrm>
          <a:prstGeom prst="flowChartProcess">
            <a:avLst/>
          </a:prstGeom>
          <a:solidFill>
            <a:srgbClr val="99CCFF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インサイト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005FFC5-DDB9-4459-8A05-64365E9EC964}"/>
              </a:ext>
            </a:extLst>
          </p:cNvPr>
          <p:cNvSpPr/>
          <p:nvPr/>
        </p:nvSpPr>
        <p:spPr>
          <a:xfrm>
            <a:off x="1479175" y="1739152"/>
            <a:ext cx="3236259" cy="2151530"/>
          </a:xfrm>
          <a:prstGeom prst="rect">
            <a:avLst/>
          </a:prstGeom>
          <a:solidFill>
            <a:schemeClr val="bg1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7DD2521-DA21-CAA4-AF1B-050DEFB8CB2E}"/>
              </a:ext>
            </a:extLst>
          </p:cNvPr>
          <p:cNvSpPr/>
          <p:nvPr/>
        </p:nvSpPr>
        <p:spPr>
          <a:xfrm>
            <a:off x="4903693" y="1739152"/>
            <a:ext cx="3236259" cy="2151530"/>
          </a:xfrm>
          <a:prstGeom prst="rect">
            <a:avLst/>
          </a:prstGeom>
          <a:solidFill>
            <a:schemeClr val="bg1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B1EF794-83A3-FDFD-1E7C-35AA14230A11}"/>
              </a:ext>
            </a:extLst>
          </p:cNvPr>
          <p:cNvSpPr/>
          <p:nvPr/>
        </p:nvSpPr>
        <p:spPr>
          <a:xfrm>
            <a:off x="1479174" y="4069977"/>
            <a:ext cx="10255626" cy="1658470"/>
          </a:xfrm>
          <a:prstGeom prst="rect">
            <a:avLst/>
          </a:prstGeom>
          <a:solidFill>
            <a:schemeClr val="bg1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058ADED-186E-6604-1B00-0265FBBC6DBF}"/>
              </a:ext>
            </a:extLst>
          </p:cNvPr>
          <p:cNvSpPr/>
          <p:nvPr/>
        </p:nvSpPr>
        <p:spPr>
          <a:xfrm>
            <a:off x="1479174" y="242047"/>
            <a:ext cx="10255626" cy="708212"/>
          </a:xfrm>
          <a:prstGeom prst="rect">
            <a:avLst/>
          </a:prstGeom>
          <a:solidFill>
            <a:schemeClr val="bg1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Takumi</a:t>
            </a:r>
            <a:r>
              <a:rPr lang="ja-JP" altLang="en-US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Matsunaga / age 20 / </a:t>
            </a:r>
            <a:r>
              <a:rPr lang="ja-JP" altLang="en-US" dirty="0">
                <a:solidFill>
                  <a:schemeClr val="tx1"/>
                </a:solidFill>
              </a:rPr>
              <a:t>大学</a:t>
            </a:r>
            <a:r>
              <a:rPr lang="en-US" altLang="ja-JP" dirty="0">
                <a:solidFill>
                  <a:schemeClr val="tx1"/>
                </a:solidFill>
              </a:rPr>
              <a:t>2</a:t>
            </a:r>
            <a:r>
              <a:rPr lang="ja-JP" altLang="en-US" dirty="0">
                <a:solidFill>
                  <a:schemeClr val="tx1"/>
                </a:solidFill>
              </a:rPr>
              <a:t>年生</a:t>
            </a:r>
            <a:br>
              <a:rPr kumimoji="1" lang="en-US" altLang="ja-JP" dirty="0"/>
            </a:br>
            <a:r>
              <a:rPr lang="ja-JP" altLang="en-US" dirty="0">
                <a:solidFill>
                  <a:schemeClr val="tx1"/>
                </a:solidFill>
              </a:rPr>
              <a:t>真面目に勉学に取り組んでいるが、バイトなどで忙しく、時々課題の提出を忘れてしまう。</a:t>
            </a:r>
            <a:endParaRPr kumimoji="1" lang="ja-JP" altLang="en-US" dirty="0"/>
          </a:p>
        </p:txBody>
      </p:sp>
      <p:sp>
        <p:nvSpPr>
          <p:cNvPr id="18" name="フローチャート: 処理 17">
            <a:extLst>
              <a:ext uri="{FF2B5EF4-FFF2-40B4-BE49-F238E27FC236}">
                <a16:creationId xmlns:a16="http://schemas.microsoft.com/office/drawing/2014/main" id="{154D0B63-CC1C-116B-0A3B-ABC39AD98523}"/>
              </a:ext>
            </a:extLst>
          </p:cNvPr>
          <p:cNvSpPr/>
          <p:nvPr/>
        </p:nvSpPr>
        <p:spPr>
          <a:xfrm>
            <a:off x="1479174" y="5907740"/>
            <a:ext cx="3236260" cy="708212"/>
          </a:xfrm>
          <a:prstGeom prst="flowChartProcess">
            <a:avLst/>
          </a:prstGeom>
          <a:solidFill>
            <a:srgbClr val="CCECFF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chemeClr val="tx1"/>
                </a:solidFill>
              </a:rPr>
              <a:t>勉強が嫌いなわけではない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物事を継続する能力はある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3F63878-57A2-50D2-29D0-7CD9A5CE2207}"/>
              </a:ext>
            </a:extLst>
          </p:cNvPr>
          <p:cNvSpPr/>
          <p:nvPr/>
        </p:nvSpPr>
        <p:spPr>
          <a:xfrm>
            <a:off x="1622610" y="1934135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高校時代、</a:t>
            </a:r>
            <a:r>
              <a:rPr lang="ja-JP" altLang="en-US" sz="1000" dirty="0"/>
              <a:t>受験勉強に精一杯取り組んでいた</a:t>
            </a:r>
            <a:endParaRPr kumimoji="1" lang="ja-JP" altLang="en-US" sz="10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9659946-A1CA-F85E-047A-6DEDBA35AFF6}"/>
              </a:ext>
            </a:extLst>
          </p:cNvPr>
          <p:cNvSpPr/>
          <p:nvPr/>
        </p:nvSpPr>
        <p:spPr>
          <a:xfrm>
            <a:off x="1622610" y="2910727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勉強の甲斐があり第一志望校に進学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9DCB0B8-37B0-233C-F6FD-F8537294B733}"/>
              </a:ext>
            </a:extLst>
          </p:cNvPr>
          <p:cNvSpPr/>
          <p:nvPr/>
        </p:nvSpPr>
        <p:spPr>
          <a:xfrm>
            <a:off x="3169021" y="1931890"/>
            <a:ext cx="1308847" cy="174980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高校ではバイトをしておらず、勉強に時間をたくさん使うことができた。周りの友達もみんな受験勉強で忙しいため、遊びに行くこともあまりなかった。</a:t>
            </a:r>
            <a:endParaRPr kumimoji="1" lang="ja-JP" altLang="en-US" sz="10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C3EA52F-5290-9564-2139-42348A26A779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2277034" y="2705100"/>
            <a:ext cx="0" cy="20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1D2942CB-FCB0-9B3F-1C56-D74FAF02E507}"/>
              </a:ext>
            </a:extLst>
          </p:cNvPr>
          <p:cNvSpPr/>
          <p:nvPr/>
        </p:nvSpPr>
        <p:spPr>
          <a:xfrm>
            <a:off x="5096433" y="1934135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大学生なり、友達も多くでき遊びに行くことが多くなった。</a:t>
            </a:r>
            <a:endParaRPr kumimoji="1" lang="ja-JP" altLang="en-US" sz="1000" dirty="0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F9FCA21-C4D9-EE99-1AA0-C7CACAAE7EDD}"/>
              </a:ext>
            </a:extLst>
          </p:cNvPr>
          <p:cNvCxnSpPr>
            <a:cxnSpLocks/>
          </p:cNvCxnSpPr>
          <p:nvPr/>
        </p:nvCxnSpPr>
        <p:spPr>
          <a:xfrm>
            <a:off x="5750769" y="2698269"/>
            <a:ext cx="0" cy="20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6CF3101F-DD39-7C8E-D7D2-AA592FB8F584}"/>
              </a:ext>
            </a:extLst>
          </p:cNvPr>
          <p:cNvSpPr/>
          <p:nvPr/>
        </p:nvSpPr>
        <p:spPr>
          <a:xfrm>
            <a:off x="5096433" y="2910727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サークルにも所属したため、お金の出費が増える。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6EB26E92-E21E-C80D-3D96-6DF52222C5DB}"/>
              </a:ext>
            </a:extLst>
          </p:cNvPr>
          <p:cNvSpPr/>
          <p:nvPr/>
        </p:nvSpPr>
        <p:spPr>
          <a:xfrm>
            <a:off x="6593539" y="1934135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生活費が足りなくなってきたので、バイトを始める。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9E613BDC-EE17-6445-C4B9-6C1B35824497}"/>
              </a:ext>
            </a:extLst>
          </p:cNvPr>
          <p:cNvCxnSpPr>
            <a:cxnSpLocks/>
          </p:cNvCxnSpPr>
          <p:nvPr/>
        </p:nvCxnSpPr>
        <p:spPr>
          <a:xfrm>
            <a:off x="7254008" y="2716304"/>
            <a:ext cx="0" cy="20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D4EA7F7C-61A8-565A-C693-80A9F451DF39}"/>
              </a:ext>
            </a:extLst>
          </p:cNvPr>
          <p:cNvSpPr/>
          <p:nvPr/>
        </p:nvSpPr>
        <p:spPr>
          <a:xfrm>
            <a:off x="6589053" y="2921931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大学、サークル、バイトで忙しくなってしまい、勉強が疎かになる。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FF2AAF56-4021-3462-E9EB-A078D25D31DA}"/>
              </a:ext>
            </a:extLst>
          </p:cNvPr>
          <p:cNvSpPr/>
          <p:nvPr/>
        </p:nvSpPr>
        <p:spPr>
          <a:xfrm>
            <a:off x="8323725" y="1739152"/>
            <a:ext cx="3402108" cy="2151530"/>
          </a:xfrm>
          <a:prstGeom prst="rect">
            <a:avLst/>
          </a:prstGeom>
          <a:solidFill>
            <a:schemeClr val="bg1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A18B3FE-C6D3-7198-0AEB-22D1F4D84BF7}"/>
              </a:ext>
            </a:extLst>
          </p:cNvPr>
          <p:cNvSpPr/>
          <p:nvPr/>
        </p:nvSpPr>
        <p:spPr>
          <a:xfrm>
            <a:off x="8599816" y="1934135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バイトを始めた影響で勉強が疎かになり、単位を落としてしまった。</a:t>
            </a:r>
            <a:endParaRPr kumimoji="1" lang="ja-JP" altLang="en-US" sz="1000" dirty="0"/>
          </a:p>
        </p:txBody>
      </p: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1EF6BFB6-F33F-7322-2105-685BFB2FA0F9}"/>
              </a:ext>
            </a:extLst>
          </p:cNvPr>
          <p:cNvCxnSpPr>
            <a:cxnSpLocks/>
          </p:cNvCxnSpPr>
          <p:nvPr/>
        </p:nvCxnSpPr>
        <p:spPr>
          <a:xfrm>
            <a:off x="9254152" y="2698269"/>
            <a:ext cx="0" cy="20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C5DE8CCE-60AD-6237-60B1-C0C71A1BCB62}"/>
              </a:ext>
            </a:extLst>
          </p:cNvPr>
          <p:cNvSpPr/>
          <p:nvPr/>
        </p:nvSpPr>
        <p:spPr>
          <a:xfrm>
            <a:off x="8599816" y="2910727"/>
            <a:ext cx="1308847" cy="7709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振り返ってみた結果、課題の提出があまりできていないことに気が付いた。</a:t>
            </a:r>
            <a:endParaRPr kumimoji="1" lang="en-US" altLang="ja-JP" sz="1000" dirty="0"/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404E47A3-5CC2-F7E3-D633-7FA4BF4848B7}"/>
              </a:ext>
            </a:extLst>
          </p:cNvPr>
          <p:cNvSpPr/>
          <p:nvPr/>
        </p:nvSpPr>
        <p:spPr>
          <a:xfrm>
            <a:off x="10089818" y="1928338"/>
            <a:ext cx="1308847" cy="17454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元々勉強が嫌いというわけではなく、忙しくなったことにより勉強に割く時間が少なくなってしまった。そのため、課題の提出を忘れることが増えた。</a:t>
            </a: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A102FD09-6572-E381-2A12-2600335931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25630" y="2062346"/>
            <a:ext cx="1747557" cy="1497106"/>
          </a:xfrm>
          <a:prstGeom prst="bentConnector5">
            <a:avLst>
              <a:gd name="adj1" fmla="val -13081"/>
              <a:gd name="adj2" fmla="val 50000"/>
              <a:gd name="adj3" fmla="val 113081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18" name="グラフィックス 117" descr="笑顔 (塗りつぶしなし)">
            <a:extLst>
              <a:ext uri="{FF2B5EF4-FFF2-40B4-BE49-F238E27FC236}">
                <a16:creationId xmlns:a16="http://schemas.microsoft.com/office/drawing/2014/main" id="{9560E10B-ACB7-AF27-5E97-320CCC27A6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9503" y="4573545"/>
            <a:ext cx="487881" cy="487881"/>
          </a:xfrm>
          <a:prstGeom prst="rect">
            <a:avLst/>
          </a:prstGeom>
        </p:spPr>
      </p:pic>
      <p:pic>
        <p:nvPicPr>
          <p:cNvPr id="120" name="グラフィックス 119" descr="普通の顔 (塗りつぶしなし)">
            <a:extLst>
              <a:ext uri="{FF2B5EF4-FFF2-40B4-BE49-F238E27FC236}">
                <a16:creationId xmlns:a16="http://schemas.microsoft.com/office/drawing/2014/main" id="{14CA293B-8897-0407-00A4-7EC2CD74D7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092" y="4899211"/>
            <a:ext cx="487881" cy="487881"/>
          </a:xfrm>
          <a:prstGeom prst="rect">
            <a:avLst/>
          </a:prstGeom>
        </p:spPr>
      </p:pic>
      <p:pic>
        <p:nvPicPr>
          <p:cNvPr id="122" name="グラフィックス 121" descr="悲しそうな顔 (塗りつぶしなし)">
            <a:extLst>
              <a:ext uri="{FF2B5EF4-FFF2-40B4-BE49-F238E27FC236}">
                <a16:creationId xmlns:a16="http://schemas.microsoft.com/office/drawing/2014/main" id="{703CC9DF-1D76-1D31-A56C-9AA8018EDB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69527" y="5306691"/>
            <a:ext cx="487881" cy="487881"/>
          </a:xfrm>
          <a:prstGeom prst="rect">
            <a:avLst/>
          </a:prstGeom>
        </p:spPr>
      </p:pic>
      <p:pic>
        <p:nvPicPr>
          <p:cNvPr id="124" name="グラフィックス 123" descr="ニヤリとした顔 (塗りつぶしなし)">
            <a:extLst>
              <a:ext uri="{FF2B5EF4-FFF2-40B4-BE49-F238E27FC236}">
                <a16:creationId xmlns:a16="http://schemas.microsoft.com/office/drawing/2014/main" id="{5DF6C793-4C70-45E8-12D4-2D331400B8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71636" y="4508047"/>
            <a:ext cx="487881" cy="487881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6D5501CF-E42C-F0B5-DD84-F69F38068364}"/>
              </a:ext>
            </a:extLst>
          </p:cNvPr>
          <p:cNvCxnSpPr>
            <a:cxnSpLocks/>
            <a:stCxn id="120" idx="3"/>
            <a:endCxn id="118" idx="1"/>
          </p:cNvCxnSpPr>
          <p:nvPr/>
        </p:nvCxnSpPr>
        <p:spPr>
          <a:xfrm flipV="1">
            <a:off x="2520973" y="4817486"/>
            <a:ext cx="1058530" cy="325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4F6A8C65-0C3B-B972-5E3C-AF7FB773B1E2}"/>
              </a:ext>
            </a:extLst>
          </p:cNvPr>
          <p:cNvCxnSpPr>
            <a:cxnSpLocks/>
            <a:stCxn id="118" idx="3"/>
          </p:cNvCxnSpPr>
          <p:nvPr/>
        </p:nvCxnSpPr>
        <p:spPr>
          <a:xfrm>
            <a:off x="4067384" y="4817486"/>
            <a:ext cx="1409970" cy="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021EA708-514B-620E-B398-84EDB07DBB3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876203" y="4811230"/>
            <a:ext cx="1043285" cy="384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5D1DA3C-552C-87BE-C98C-E4E60EFF2E2F}"/>
              </a:ext>
            </a:extLst>
          </p:cNvPr>
          <p:cNvCxnSpPr>
            <a:cxnSpLocks/>
            <a:stCxn id="10" idx="3"/>
            <a:endCxn id="122" idx="1"/>
          </p:cNvCxnSpPr>
          <p:nvPr/>
        </p:nvCxnSpPr>
        <p:spPr>
          <a:xfrm>
            <a:off x="7407369" y="5195529"/>
            <a:ext cx="1262158" cy="355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D24BB57D-CAFA-5F3F-5F7F-7C3B87EE57D9}"/>
              </a:ext>
            </a:extLst>
          </p:cNvPr>
          <p:cNvCxnSpPr>
            <a:cxnSpLocks/>
            <a:stCxn id="122" idx="3"/>
          </p:cNvCxnSpPr>
          <p:nvPr/>
        </p:nvCxnSpPr>
        <p:spPr>
          <a:xfrm flipV="1">
            <a:off x="9157408" y="4951588"/>
            <a:ext cx="1297339" cy="599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吹き出し: 角を丸めた四角形 142">
            <a:extLst>
              <a:ext uri="{FF2B5EF4-FFF2-40B4-BE49-F238E27FC236}">
                <a16:creationId xmlns:a16="http://schemas.microsoft.com/office/drawing/2014/main" id="{04F68AE8-555A-504F-4E92-3CA981B42E2B}"/>
              </a:ext>
            </a:extLst>
          </p:cNvPr>
          <p:cNvSpPr/>
          <p:nvPr/>
        </p:nvSpPr>
        <p:spPr>
          <a:xfrm>
            <a:off x="1844169" y="4256955"/>
            <a:ext cx="1001866" cy="462962"/>
          </a:xfrm>
          <a:prstGeom prst="wedgeRoundRectCallout">
            <a:avLst>
              <a:gd name="adj1" fmla="val -11646"/>
              <a:gd name="adj2" fmla="val 9071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100" dirty="0"/>
              <a:t>第一志望に合格したい</a:t>
            </a:r>
          </a:p>
        </p:txBody>
      </p:sp>
      <p:sp>
        <p:nvSpPr>
          <p:cNvPr id="144" name="吹き出し: 角を丸めた四角形 143">
            <a:extLst>
              <a:ext uri="{FF2B5EF4-FFF2-40B4-BE49-F238E27FC236}">
                <a16:creationId xmlns:a16="http://schemas.microsoft.com/office/drawing/2014/main" id="{894A334D-A4F7-4D2A-5D97-5B31094A4EDF}"/>
              </a:ext>
            </a:extLst>
          </p:cNvPr>
          <p:cNvSpPr/>
          <p:nvPr/>
        </p:nvSpPr>
        <p:spPr>
          <a:xfrm>
            <a:off x="3225407" y="5061427"/>
            <a:ext cx="1142809" cy="569604"/>
          </a:xfrm>
          <a:prstGeom prst="wedgeRoundRectCallout">
            <a:avLst>
              <a:gd name="adj1" fmla="val -7621"/>
              <a:gd name="adj2" fmla="val -7775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900" dirty="0"/>
              <a:t>勉強頑張ったから合格できた！大学ではたくさん遊ぼう</a:t>
            </a:r>
            <a:endParaRPr kumimoji="1" lang="en-US" altLang="ja-JP" sz="900" dirty="0"/>
          </a:p>
        </p:txBody>
      </p:sp>
      <p:sp>
        <p:nvSpPr>
          <p:cNvPr id="145" name="吹き出し: 角を丸めた四角形 144">
            <a:extLst>
              <a:ext uri="{FF2B5EF4-FFF2-40B4-BE49-F238E27FC236}">
                <a16:creationId xmlns:a16="http://schemas.microsoft.com/office/drawing/2014/main" id="{B66E65DA-81F6-7D2A-592C-6699D8F715B7}"/>
              </a:ext>
            </a:extLst>
          </p:cNvPr>
          <p:cNvSpPr/>
          <p:nvPr/>
        </p:nvSpPr>
        <p:spPr>
          <a:xfrm>
            <a:off x="4791935" y="4036811"/>
            <a:ext cx="1227029" cy="462962"/>
          </a:xfrm>
          <a:prstGeom prst="wedgeRoundRectCallout">
            <a:avLst>
              <a:gd name="adj1" fmla="val -374"/>
              <a:gd name="adj2" fmla="val 10233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900" dirty="0"/>
              <a:t>友達もできて大学がとても楽しい！</a:t>
            </a:r>
          </a:p>
        </p:txBody>
      </p:sp>
      <p:sp>
        <p:nvSpPr>
          <p:cNvPr id="146" name="吹き出し: 角を丸めた四角形 145">
            <a:extLst>
              <a:ext uri="{FF2B5EF4-FFF2-40B4-BE49-F238E27FC236}">
                <a16:creationId xmlns:a16="http://schemas.microsoft.com/office/drawing/2014/main" id="{914984B9-BF6A-1407-6DE0-C996D108D84E}"/>
              </a:ext>
            </a:extLst>
          </p:cNvPr>
          <p:cNvSpPr/>
          <p:nvPr/>
        </p:nvSpPr>
        <p:spPr>
          <a:xfrm>
            <a:off x="6624522" y="4128951"/>
            <a:ext cx="1207250" cy="548756"/>
          </a:xfrm>
          <a:prstGeom prst="wedgeRoundRectCallout">
            <a:avLst>
              <a:gd name="adj1" fmla="val 14431"/>
              <a:gd name="adj2" fmla="val 12557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100" dirty="0"/>
              <a:t>楽しいけど最近あまり勉強できてないな</a:t>
            </a:r>
          </a:p>
        </p:txBody>
      </p:sp>
      <p:sp>
        <p:nvSpPr>
          <p:cNvPr id="148" name="吹き出し: 角を丸めた四角形 147">
            <a:extLst>
              <a:ext uri="{FF2B5EF4-FFF2-40B4-BE49-F238E27FC236}">
                <a16:creationId xmlns:a16="http://schemas.microsoft.com/office/drawing/2014/main" id="{EB0106A8-CDE0-FDA6-C746-6BD6BFDBE3F7}"/>
              </a:ext>
            </a:extLst>
          </p:cNvPr>
          <p:cNvSpPr/>
          <p:nvPr/>
        </p:nvSpPr>
        <p:spPr>
          <a:xfrm>
            <a:off x="10499936" y="4986313"/>
            <a:ext cx="1095502" cy="693990"/>
          </a:xfrm>
          <a:prstGeom prst="wedgeRoundRectCallout">
            <a:avLst>
              <a:gd name="adj1" fmla="val 1459"/>
              <a:gd name="adj2" fmla="val -10069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900" dirty="0"/>
              <a:t>課題を出せていないことに気づいた！締切を守らなくちゃ</a:t>
            </a:r>
          </a:p>
        </p:txBody>
      </p:sp>
      <p:sp>
        <p:nvSpPr>
          <p:cNvPr id="149" name="フローチャート: 処理 148">
            <a:extLst>
              <a:ext uri="{FF2B5EF4-FFF2-40B4-BE49-F238E27FC236}">
                <a16:creationId xmlns:a16="http://schemas.microsoft.com/office/drawing/2014/main" id="{176FE371-E9A1-0120-232A-86E564E78CE3}"/>
              </a:ext>
            </a:extLst>
          </p:cNvPr>
          <p:cNvSpPr/>
          <p:nvPr/>
        </p:nvSpPr>
        <p:spPr>
          <a:xfrm>
            <a:off x="4903693" y="5907740"/>
            <a:ext cx="3236260" cy="708212"/>
          </a:xfrm>
          <a:prstGeom prst="flowChartProcess">
            <a:avLst/>
          </a:prstGeom>
          <a:solidFill>
            <a:srgbClr val="CCECFF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大学生活を楽しみたい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chemeClr val="tx1"/>
                </a:solidFill>
              </a:rPr>
              <a:t>バイトもある程度しないと生活費が足りない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0" name="フローチャート: 処理 149">
            <a:extLst>
              <a:ext uri="{FF2B5EF4-FFF2-40B4-BE49-F238E27FC236}">
                <a16:creationId xmlns:a16="http://schemas.microsoft.com/office/drawing/2014/main" id="{0F827553-F071-1F14-6592-2035B5A8A70B}"/>
              </a:ext>
            </a:extLst>
          </p:cNvPr>
          <p:cNvSpPr/>
          <p:nvPr/>
        </p:nvSpPr>
        <p:spPr>
          <a:xfrm>
            <a:off x="8328932" y="5905734"/>
            <a:ext cx="3405868" cy="708212"/>
          </a:xfrm>
          <a:prstGeom prst="flowChartProcess">
            <a:avLst/>
          </a:prstGeom>
          <a:solidFill>
            <a:srgbClr val="CCECFF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chemeClr val="tx1"/>
                </a:solidFill>
              </a:rPr>
              <a:t>多くのことに追われてしまうと、課題の提出など何かしらを忘れてしまう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chemeClr val="tx1"/>
                </a:solidFill>
              </a:rPr>
              <a:t>タスク管理が苦手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5" name="グラフィックス 4" descr="笑顔 (塗りつぶしなし)">
            <a:extLst>
              <a:ext uri="{FF2B5EF4-FFF2-40B4-BE49-F238E27FC236}">
                <a16:creationId xmlns:a16="http://schemas.microsoft.com/office/drawing/2014/main" id="{10C8BDB7-ED21-9BE0-3700-F5E4E5AEA0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1501" y="4573545"/>
            <a:ext cx="487881" cy="487881"/>
          </a:xfrm>
          <a:prstGeom prst="rect">
            <a:avLst/>
          </a:prstGeom>
        </p:spPr>
      </p:pic>
      <p:pic>
        <p:nvPicPr>
          <p:cNvPr id="10" name="グラフィックス 9" descr="普通の顔 (塗りつぶしなし)">
            <a:extLst>
              <a:ext uri="{FF2B5EF4-FFF2-40B4-BE49-F238E27FC236}">
                <a16:creationId xmlns:a16="http://schemas.microsoft.com/office/drawing/2014/main" id="{D9A10C4C-09BD-DF5E-70A5-87208FF433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19488" y="4951588"/>
            <a:ext cx="487881" cy="487881"/>
          </a:xfrm>
          <a:prstGeom prst="rect">
            <a:avLst/>
          </a:prstGeom>
        </p:spPr>
      </p:pic>
      <p:sp>
        <p:nvSpPr>
          <p:cNvPr id="40" name="吹き出し: 角を丸めた四角形 39">
            <a:extLst>
              <a:ext uri="{FF2B5EF4-FFF2-40B4-BE49-F238E27FC236}">
                <a16:creationId xmlns:a16="http://schemas.microsoft.com/office/drawing/2014/main" id="{DF631E12-4C9A-AD35-9045-C32146A866D7}"/>
              </a:ext>
            </a:extLst>
          </p:cNvPr>
          <p:cNvSpPr/>
          <p:nvPr/>
        </p:nvSpPr>
        <p:spPr>
          <a:xfrm>
            <a:off x="8327433" y="4411825"/>
            <a:ext cx="1207250" cy="548756"/>
          </a:xfrm>
          <a:prstGeom prst="wedgeRoundRectCallout">
            <a:avLst>
              <a:gd name="adj1" fmla="val 14431"/>
              <a:gd name="adj2" fmla="val 12557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100" dirty="0"/>
              <a:t>単位を落としてしまった</a:t>
            </a:r>
          </a:p>
        </p:txBody>
      </p:sp>
    </p:spTree>
    <p:extLst>
      <p:ext uri="{BB962C8B-B14F-4D97-AF65-F5344CB8AC3E}">
        <p14:creationId xmlns:p14="http://schemas.microsoft.com/office/powerpoint/2010/main" val="2967152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322</Words>
  <Application>Microsoft Office PowerPoint</Application>
  <PresentationFormat>ワイド画面</PresentationFormat>
  <Paragraphs>32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ねむ</dc:creator>
  <cp:lastModifiedBy>g2342099</cp:lastModifiedBy>
  <cp:revision>2</cp:revision>
  <dcterms:created xsi:type="dcterms:W3CDTF">2025-02-06T18:06:54Z</dcterms:created>
  <dcterms:modified xsi:type="dcterms:W3CDTF">2026-01-18T19:48:47Z</dcterms:modified>
</cp:coreProperties>
</file>