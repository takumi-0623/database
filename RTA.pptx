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6" r:id="rId5"/>
    <p:sldId id="267" r:id="rId6"/>
    <p:sldId id="262" r:id="rId7"/>
    <p:sldId id="268" r:id="rId8"/>
    <p:sldId id="263" r:id="rId9"/>
    <p:sldId id="269" r:id="rId10"/>
    <p:sldId id="265" r:id="rId11"/>
    <p:sldId id="270" r:id="rId12"/>
    <p:sldId id="27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25CF1F-E876-323E-A928-F0FC596AFCD0}" name="上島　拓実" initials="拓上" userId="S::g2342039@tcu.ac.jp::1ef06bf0-c47a-4545-8678-3d6ab4543b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0187" autoAdjust="0"/>
  </p:normalViewPr>
  <p:slideViewPr>
    <p:cSldViewPr snapToGrid="0">
      <p:cViewPr>
        <p:scale>
          <a:sx n="69" d="100"/>
          <a:sy n="69" d="100"/>
        </p:scale>
        <p:origin x="540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拓実 上島" userId="ac97f98430ad3832" providerId="LiveId" clId="{301795DD-1115-4076-85F6-CEC2F4BB6D1C}"/>
    <pc:docChg chg="undo custSel addSld delSld modSld">
      <pc:chgData name="拓実 上島" userId="ac97f98430ad3832" providerId="LiveId" clId="{301795DD-1115-4076-85F6-CEC2F4BB6D1C}" dt="2026-01-18T19:09:49.571" v="1692"/>
      <pc:docMkLst>
        <pc:docMk/>
      </pc:docMkLst>
      <pc:sldChg chg="modSp mod">
        <pc:chgData name="拓実 上島" userId="ac97f98430ad3832" providerId="LiveId" clId="{301795DD-1115-4076-85F6-CEC2F4BB6D1C}" dt="2026-01-18T18:10:24.578" v="92"/>
        <pc:sldMkLst>
          <pc:docMk/>
          <pc:sldMk cId="3461485748" sldId="256"/>
        </pc:sldMkLst>
        <pc:spChg chg="mod">
          <ac:chgData name="拓実 上島" userId="ac97f98430ad3832" providerId="LiveId" clId="{301795DD-1115-4076-85F6-CEC2F4BB6D1C}" dt="2026-01-18T18:10:24.578" v="92"/>
          <ac:spMkLst>
            <pc:docMk/>
            <pc:sldMk cId="3461485748" sldId="256"/>
            <ac:spMk id="2" creationId="{51A61F89-7544-34A3-184D-BC0D01C3744A}"/>
          </ac:spMkLst>
        </pc:spChg>
        <pc:spChg chg="mod">
          <ac:chgData name="拓実 上島" userId="ac97f98430ad3832" providerId="LiveId" clId="{301795DD-1115-4076-85F6-CEC2F4BB6D1C}" dt="2026-01-18T18:06:59.844" v="57"/>
          <ac:spMkLst>
            <pc:docMk/>
            <pc:sldMk cId="3461485748" sldId="256"/>
            <ac:spMk id="3" creationId="{1EE6A87C-9A30-A846-B6BF-92F284288FA5}"/>
          </ac:spMkLst>
        </pc:spChg>
        <pc:spChg chg="mod">
          <ac:chgData name="拓実 上島" userId="ac97f98430ad3832" providerId="LiveId" clId="{301795DD-1115-4076-85F6-CEC2F4BB6D1C}" dt="2026-01-18T18:07:38.830" v="58" actId="1076"/>
          <ac:spMkLst>
            <pc:docMk/>
            <pc:sldMk cId="3461485748" sldId="256"/>
            <ac:spMk id="4" creationId="{CAD5CBBE-990B-3E31-E10F-69B8C180E6E7}"/>
          </ac:spMkLst>
        </pc:spChg>
      </pc:sldChg>
      <pc:sldChg chg="modSp del mod">
        <pc:chgData name="拓実 上島" userId="ac97f98430ad3832" providerId="LiveId" clId="{301795DD-1115-4076-85F6-CEC2F4BB6D1C}" dt="2026-01-18T18:36:05.144" v="617" actId="47"/>
        <pc:sldMkLst>
          <pc:docMk/>
          <pc:sldMk cId="643904645" sldId="258"/>
        </pc:sldMkLst>
        <pc:spChg chg="mod">
          <ac:chgData name="拓実 上島" userId="ac97f98430ad3832" providerId="LiveId" clId="{301795DD-1115-4076-85F6-CEC2F4BB6D1C}" dt="2026-01-18T18:19:47.093" v="134" actId="20577"/>
          <ac:spMkLst>
            <pc:docMk/>
            <pc:sldMk cId="643904645" sldId="258"/>
            <ac:spMk id="2" creationId="{3BBA89E2-F96C-967C-B860-EE94596894C5}"/>
          </ac:spMkLst>
        </pc:spChg>
        <pc:spChg chg="mod">
          <ac:chgData name="拓実 上島" userId="ac97f98430ad3832" providerId="LiveId" clId="{301795DD-1115-4076-85F6-CEC2F4BB6D1C}" dt="2026-01-18T18:30:41.408" v="508" actId="20577"/>
          <ac:spMkLst>
            <pc:docMk/>
            <pc:sldMk cId="643904645" sldId="258"/>
            <ac:spMk id="3" creationId="{B1368E47-B102-96A2-8CFE-2A7E370FA093}"/>
          </ac:spMkLst>
        </pc:spChg>
        <pc:spChg chg="mod">
          <ac:chgData name="拓実 上島" userId="ac97f98430ad3832" providerId="LiveId" clId="{301795DD-1115-4076-85F6-CEC2F4BB6D1C}" dt="2026-01-18T18:10:40.826" v="99" actId="20577"/>
          <ac:spMkLst>
            <pc:docMk/>
            <pc:sldMk cId="643904645" sldId="258"/>
            <ac:spMk id="7" creationId="{3B26972B-B7D0-0AB6-F5A1-67F911C1B971}"/>
          </ac:spMkLst>
        </pc:spChg>
      </pc:sldChg>
      <pc:sldChg chg="modSp add mod">
        <pc:chgData name="拓実 上島" userId="ac97f98430ad3832" providerId="LiveId" clId="{301795DD-1115-4076-85F6-CEC2F4BB6D1C}" dt="2026-01-18T18:35:39.398" v="616" actId="113"/>
        <pc:sldMkLst>
          <pc:docMk/>
          <pc:sldMk cId="2171019205" sldId="259"/>
        </pc:sldMkLst>
        <pc:spChg chg="mod">
          <ac:chgData name="拓実 上島" userId="ac97f98430ad3832" providerId="LiveId" clId="{301795DD-1115-4076-85F6-CEC2F4BB6D1C}" dt="2026-01-18T18:35:39.398" v="616" actId="113"/>
          <ac:spMkLst>
            <pc:docMk/>
            <pc:sldMk cId="2171019205" sldId="259"/>
            <ac:spMk id="3" creationId="{2DE1431B-11BD-8A60-9EF5-DA63C725CFEE}"/>
          </ac:spMkLst>
        </pc:spChg>
      </pc:sldChg>
      <pc:sldChg chg="del">
        <pc:chgData name="拓実 上島" userId="ac97f98430ad3832" providerId="LiveId" clId="{301795DD-1115-4076-85F6-CEC2F4BB6D1C}" dt="2026-01-18T18:04:54.189" v="0" actId="47"/>
        <pc:sldMkLst>
          <pc:docMk/>
          <pc:sldMk cId="4091514480" sldId="259"/>
        </pc:sldMkLst>
      </pc:sldChg>
      <pc:sldChg chg="modSp add mod">
        <pc:chgData name="拓実 上島" userId="ac97f98430ad3832" providerId="LiveId" clId="{301795DD-1115-4076-85F6-CEC2F4BB6D1C}" dt="2026-01-18T19:09:11.944" v="1673"/>
        <pc:sldMkLst>
          <pc:docMk/>
          <pc:sldMk cId="328196291" sldId="260"/>
        </pc:sldMkLst>
        <pc:spChg chg="mod">
          <ac:chgData name="拓実 上島" userId="ac97f98430ad3832" providerId="LiveId" clId="{301795DD-1115-4076-85F6-CEC2F4BB6D1C}" dt="2026-01-18T19:09:11.944" v="1673"/>
          <ac:spMkLst>
            <pc:docMk/>
            <pc:sldMk cId="328196291" sldId="260"/>
            <ac:spMk id="2" creationId="{AA7ACA21-C8B2-BB7D-8C24-80EC48FF337A}"/>
          </ac:spMkLst>
        </pc:spChg>
        <pc:spChg chg="mod">
          <ac:chgData name="拓実 上島" userId="ac97f98430ad3832" providerId="LiveId" clId="{301795DD-1115-4076-85F6-CEC2F4BB6D1C}" dt="2026-01-18T19:08:55.359" v="1667"/>
          <ac:spMkLst>
            <pc:docMk/>
            <pc:sldMk cId="328196291" sldId="260"/>
            <ac:spMk id="3" creationId="{94A36450-D06A-BCAA-062D-8C15E32C8685}"/>
          </ac:spMkLst>
        </pc:spChg>
      </pc:sldChg>
      <pc:sldChg chg="del">
        <pc:chgData name="拓実 上島" userId="ac97f98430ad3832" providerId="LiveId" clId="{301795DD-1115-4076-85F6-CEC2F4BB6D1C}" dt="2026-01-18T18:04:54.786" v="1" actId="47"/>
        <pc:sldMkLst>
          <pc:docMk/>
          <pc:sldMk cId="1298223845" sldId="261"/>
        </pc:sldMkLst>
      </pc:sldChg>
      <pc:sldChg chg="add del">
        <pc:chgData name="拓実 上島" userId="ac97f98430ad3832" providerId="LiveId" clId="{301795DD-1115-4076-85F6-CEC2F4BB6D1C}" dt="2026-01-18T18:52:37.352" v="890" actId="47"/>
        <pc:sldMkLst>
          <pc:docMk/>
          <pc:sldMk cId="4065559491" sldId="261"/>
        </pc:sldMkLst>
      </pc:sldChg>
      <pc:sldChg chg="modSp add mod">
        <pc:chgData name="拓実 上島" userId="ac97f98430ad3832" providerId="LiveId" clId="{301795DD-1115-4076-85F6-CEC2F4BB6D1C}" dt="2026-01-18T19:09:35.499" v="1684"/>
        <pc:sldMkLst>
          <pc:docMk/>
          <pc:sldMk cId="1957511928" sldId="262"/>
        </pc:sldMkLst>
        <pc:spChg chg="mod">
          <ac:chgData name="拓実 上島" userId="ac97f98430ad3832" providerId="LiveId" clId="{301795DD-1115-4076-85F6-CEC2F4BB6D1C}" dt="2026-01-18T19:09:35.499" v="1684"/>
          <ac:spMkLst>
            <pc:docMk/>
            <pc:sldMk cId="1957511928" sldId="262"/>
            <ac:spMk id="2" creationId="{1611240A-0549-C065-2ABB-1B7261E5ED4A}"/>
          </ac:spMkLst>
        </pc:spChg>
        <pc:spChg chg="mod">
          <ac:chgData name="拓実 上島" userId="ac97f98430ad3832" providerId="LiveId" clId="{301795DD-1115-4076-85F6-CEC2F4BB6D1C}" dt="2026-01-18T19:07:49.453" v="1633" actId="20577"/>
          <ac:spMkLst>
            <pc:docMk/>
            <pc:sldMk cId="1957511928" sldId="262"/>
            <ac:spMk id="3" creationId="{819488DE-785F-9523-3C8E-AD05BEE75BA9}"/>
          </ac:spMkLst>
        </pc:spChg>
      </pc:sldChg>
      <pc:sldChg chg="del">
        <pc:chgData name="拓実 上島" userId="ac97f98430ad3832" providerId="LiveId" clId="{301795DD-1115-4076-85F6-CEC2F4BB6D1C}" dt="2026-01-18T18:04:55.666" v="2" actId="47"/>
        <pc:sldMkLst>
          <pc:docMk/>
          <pc:sldMk cId="2583608841" sldId="262"/>
        </pc:sldMkLst>
      </pc:sldChg>
      <pc:sldChg chg="modSp add mod">
        <pc:chgData name="拓実 上島" userId="ac97f98430ad3832" providerId="LiveId" clId="{301795DD-1115-4076-85F6-CEC2F4BB6D1C}" dt="2026-01-18T19:09:39.517" v="1688"/>
        <pc:sldMkLst>
          <pc:docMk/>
          <pc:sldMk cId="1475093117" sldId="263"/>
        </pc:sldMkLst>
        <pc:spChg chg="mod">
          <ac:chgData name="拓実 上島" userId="ac97f98430ad3832" providerId="LiveId" clId="{301795DD-1115-4076-85F6-CEC2F4BB6D1C}" dt="2026-01-18T19:09:39.517" v="1688"/>
          <ac:spMkLst>
            <pc:docMk/>
            <pc:sldMk cId="1475093117" sldId="263"/>
            <ac:spMk id="2" creationId="{D78DDFE0-B534-4A9F-91D5-ED0CAB83382A}"/>
          </ac:spMkLst>
        </pc:spChg>
        <pc:spChg chg="mod">
          <ac:chgData name="拓実 上島" userId="ac97f98430ad3832" providerId="LiveId" clId="{301795DD-1115-4076-85F6-CEC2F4BB6D1C}" dt="2026-01-18T19:08:04.182" v="1638" actId="20577"/>
          <ac:spMkLst>
            <pc:docMk/>
            <pc:sldMk cId="1475093117" sldId="263"/>
            <ac:spMk id="3" creationId="{61D65F61-252D-3800-616A-0520F9907C1D}"/>
          </ac:spMkLst>
        </pc:spChg>
      </pc:sldChg>
      <pc:sldChg chg="add del">
        <pc:chgData name="拓実 上島" userId="ac97f98430ad3832" providerId="LiveId" clId="{301795DD-1115-4076-85F6-CEC2F4BB6D1C}" dt="2026-01-18T19:04:54.275" v="1489" actId="47"/>
        <pc:sldMkLst>
          <pc:docMk/>
          <pc:sldMk cId="1058939138" sldId="264"/>
        </pc:sldMkLst>
      </pc:sldChg>
      <pc:sldChg chg="modSp add mod">
        <pc:chgData name="拓実 上島" userId="ac97f98430ad3832" providerId="LiveId" clId="{301795DD-1115-4076-85F6-CEC2F4BB6D1C}" dt="2026-01-18T19:09:49.571" v="1692"/>
        <pc:sldMkLst>
          <pc:docMk/>
          <pc:sldMk cId="3065957769" sldId="265"/>
        </pc:sldMkLst>
        <pc:spChg chg="mod">
          <ac:chgData name="拓実 上島" userId="ac97f98430ad3832" providerId="LiveId" clId="{301795DD-1115-4076-85F6-CEC2F4BB6D1C}" dt="2026-01-18T19:09:49.571" v="1692"/>
          <ac:spMkLst>
            <pc:docMk/>
            <pc:sldMk cId="3065957769" sldId="265"/>
            <ac:spMk id="2" creationId="{25ECC387-1C9A-B9E5-1C26-1C85962D93D5}"/>
          </ac:spMkLst>
        </pc:spChg>
        <pc:spChg chg="mod">
          <ac:chgData name="拓実 上島" userId="ac97f98430ad3832" providerId="LiveId" clId="{301795DD-1115-4076-85F6-CEC2F4BB6D1C}" dt="2026-01-18T19:08:33.611" v="1642" actId="20577"/>
          <ac:spMkLst>
            <pc:docMk/>
            <pc:sldMk cId="3065957769" sldId="265"/>
            <ac:spMk id="3" creationId="{5BDCD384-30F8-E590-2F2D-12B65CA7B883}"/>
          </ac:spMkLst>
        </pc:spChg>
      </pc:sldChg>
      <pc:sldChg chg="add del">
        <pc:chgData name="拓実 上島" userId="ac97f98430ad3832" providerId="LiveId" clId="{301795DD-1115-4076-85F6-CEC2F4BB6D1C}" dt="2026-01-18T19:07:14.080" v="1624" actId="47"/>
        <pc:sldMkLst>
          <pc:docMk/>
          <pc:sldMk cId="2119564971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1BE0A-C39B-294B-A3E7-2EACE9C4DF67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F2EA3-263D-2548-8E54-88545A01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333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最初から</a:t>
            </a:r>
            <a:r>
              <a:rPr kumimoji="1" lang="en-US" altLang="ja-JP" dirty="0"/>
              <a:t>f5</a:t>
            </a:r>
          </a:p>
          <a:p>
            <a:r>
              <a:rPr kumimoji="1" lang="en-US" altLang="ja-JP" dirty="0"/>
              <a:t>Shift+f5</a:t>
            </a:r>
            <a:r>
              <a:rPr kumimoji="1" lang="ja-JP" altLang="en-US" dirty="0"/>
              <a:t>：途中から</a:t>
            </a:r>
            <a:endParaRPr kumimoji="1" lang="en-US" altLang="ja-JP" dirty="0"/>
          </a:p>
          <a:p>
            <a:r>
              <a:rPr kumimoji="1" lang="en-US" altLang="ja-JP" dirty="0"/>
              <a:t>Windows</a:t>
            </a:r>
            <a:r>
              <a:rPr kumimoji="1" lang="ja-JP" altLang="en-US" dirty="0"/>
              <a:t>＋ｐ→複製：スクリーンに映す</a:t>
            </a:r>
            <a:endParaRPr kumimoji="1" lang="en-US" altLang="ja-JP" dirty="0"/>
          </a:p>
          <a:p>
            <a:r>
              <a:rPr kumimoji="1" lang="ja-JP" altLang="en-US" dirty="0"/>
              <a:t>一覧表示：右下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8145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EE2DD-EFE7-FE52-EC75-6DB9CF7B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27C9BC-911B-CD90-A717-139F058A0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B78754B-7143-6B14-0706-6CE48EAF3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35B4F1-70D2-B131-8C8A-8298FE0CB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771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3688-F816-5075-211B-C753666D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2FC13F0-2156-AE50-D75E-069C8DCAA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DA7439-A71A-9D88-2C1D-126EA0517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60FBEB-9799-2E8A-FE03-31F79670E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287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6BBA-614D-FE05-54F1-75ABD228C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8552EBB-708E-2569-3B62-9E4D6CFC9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302BA5A-253C-81FE-2531-DBA65A703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5BC676-F493-1279-E3CF-AD5A7BC99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3124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7E34-F635-D91D-8347-D4DBBCE3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718D878-20F6-EE2D-A486-89CD9B30C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6CCF751-D07D-7D5B-F5AC-29ACE7394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0D07D2-75A6-C5FF-69C3-DE157E273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7853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736B-5882-C82B-FD19-5E08F905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0FE62FC-0F1C-0CB9-785E-AA3BD2A29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017976-BF12-82A0-EA90-12E02E580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B2A52E-9A42-25EA-D844-52F3DC3C3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039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0823-D61C-0868-BDA4-DA53F41E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F737103-CC9D-2D26-CFAE-00B69C020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E0F74C-4864-2D84-F108-D1EC4155E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DE37D9-CE6C-55D2-897A-19DCC9F03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974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CABAF-C295-5BB4-D87D-CEDF17592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42B2802-722B-66F7-19D2-C7E802280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1E0A5D0-7BE8-7047-44AE-EE9D5041F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FDF79A-2F9A-FC3B-6A9E-66271BD29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7445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9BB2-EF19-6A8D-F4E6-F6CDF06E4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0F0478-9805-FD60-43DC-0418BBDAD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FBF8E1F-C803-FC2C-258B-7D96A804E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A27237-2AD1-319F-F157-A5DCEA8CD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702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C49C-3643-7713-6DE7-EDDD6080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47A184C-539D-4949-ADC4-18D60DC69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C21319-053C-6197-3203-E33CC42AC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DFDBDA-740F-465A-F646-06360A0A2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41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777E-C32B-FE4F-C0EC-7801B6AE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4EAAD4F-1EC2-EE56-2DBD-68DF52D12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844FDD1-F4C1-6051-FB5E-D82E09282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7D50B7-3120-88BF-6836-0053D818B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703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4ADB-DA89-E67B-4715-A05ACD0B2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7938E37-577E-D547-9C06-334CC0F66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D0552B-9197-E567-78F2-AA2E4E86E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B72C0C-8111-FF3F-0BB7-CE7917ADD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2EA3-263D-2548-8E54-88545A0184E9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438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B9AEFC-3E4E-2E6C-E61C-D6711C3D2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CC547B-133A-2799-55AF-2835857E5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267C15-7595-8F80-DB0E-7E736A8E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F86B-2681-A245-A961-813937DBD72C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DE05C4-71E2-F32F-6F34-9D10B435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21117D-3838-C5C6-E573-913FE566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45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B440D1-35D9-F0C0-4B96-E8E292A6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655EBD-A2CE-BD8E-E4CB-8386A6E62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E6D56A-9264-5147-7FDB-5E84890C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9687B-2B89-3743-9E7C-8B23B1A228AB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14EC12-ED28-3712-AEB3-1ED3ED606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03A868-526B-143B-EB3B-558FD87B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74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94FD50-6FEC-4606-16FD-76459DE2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E89042-DAE3-F9A7-C232-895284095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EFE19F-6309-1435-8EEE-F8E8CAC8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C66-9010-2744-9CC7-A26BAFC5553D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DD5B07-6696-985B-AEC1-4A74A139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6E41E1-C57D-F2B1-1736-67BF72EEB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893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E49EEF-FFC4-5F1A-251D-5DEE22C4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37FF81-A11C-17B4-67A1-5A8CBF8BC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B97A8D-B404-CE0D-07F9-E43712065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5886FD-7262-046B-BAB1-0D30F3C0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9BEB-55B9-CC4C-934C-6DB82FCFD5BC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126F29-F0E4-D4FE-D864-44AF50BF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07853F-9EFD-712E-5D36-34CD595D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7587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4088D-AEE1-95C5-65F4-9F713183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946BEC-16B1-9A13-B069-820B57908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D4A501-2308-AD86-89D5-F3CE32C9A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9F8F69-0A17-5875-1E40-20C581C50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048EE32-92C1-E937-FB75-FF40A6B490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69ECEB-AD02-FD7C-69B3-984137DE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CE31-A581-A94E-B7E8-E35023D98328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A642E7-801A-D0A0-76D1-23D1E8DC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FE9634-7675-F6A7-1FF5-8F6430D62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1696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43274D-51A4-E0A2-3C2B-D12A87B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25E9EE-F208-D3EA-605B-CFFBAC6F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4368-3555-1249-A5F4-576758BA5007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FA805C-CE34-9B78-A789-36C91159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B4979E8-7B77-D5BC-D452-82516309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606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E01BD7C-85E3-4331-7BAD-8C8D96259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82DDB-0CFA-3544-80F7-E42FB8E00F76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40C29D2-5883-3051-4CAD-C3B03297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F15F27-997E-86F1-0DBB-2C1EBDAC7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44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A2A33A-A757-3D24-3026-62EA1997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8837D8-D234-ACE5-C539-056B0312E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5C10ED-9831-F1A0-B0B8-376207914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393A64-3EEA-2D79-38B6-49436E33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4358-61F5-924B-B405-F9A1713888D3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49BCA7-F2FA-04CF-9E95-4BB51635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68CA1A-169C-CC74-74AD-F3E5945E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79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3BF426-1AA3-C3E3-873E-268EA7CA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D31470-D1F4-1204-0E30-9EB9B3266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46E0A0-7227-2B54-2F36-D9EC39B62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6EF182-5333-D5C5-A5BC-A1DA1FFD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B1265-59D1-2F45-9B92-8E627F80D28A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935952-DC14-317B-E468-C1D833144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49EA19-8C69-CFBE-1A46-1FE654B3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41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EBC7F1-3186-B81C-2718-384AE2CF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1D85FE-70E9-4C2A-D517-F4B343DB7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88B826-7F44-88B5-B8FA-16918A08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37FC-6D6C-2C45-BA6C-B864B6F7145C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D097D6-814A-4EE7-DD4B-892AE74A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B7AEE8-2C0D-7E3E-D940-A57493E6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127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1C3EA6-6614-F217-B411-BB1F87A45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458B06-A029-E664-C314-FA2E53B81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C598B9-A24F-EFDE-A287-9272C7F5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9DA3-94A2-2641-9D16-F813A42BEB4E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78F8BC-9D01-C04B-0CE0-B8F6893C9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40D0DE-EB6F-661F-BC83-0DB1A097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32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2FD160-DBD8-57E3-AF8F-EEE1045A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9B915C-1248-A9B1-2B87-40066B5CE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5C1DA7-10D3-DB09-D039-3AB37713B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8A1A2-4E6B-FA4F-9E9B-14C2EEEF3986}" type="datetime1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94D266-B031-034E-1C53-C1D51558C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B87EC3-7040-89E1-BB6C-55CC89EF1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35E56-8F25-7F46-B724-C98981BBCD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062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kumi-0623/databas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AD5CBBE-990B-3E31-E10F-69B8C180E6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0070C0">
                  <a:shade val="67500"/>
                  <a:satMod val="115000"/>
                  <a:lumMod val="100000"/>
                  <a:alpha val="5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1A61F89-7544-34A3-184D-BC0D01C374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  <a:endParaRPr kumimoji="1" lang="ja-JP" altLang="en-US" sz="44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E6A87C-9A30-A846-B6BF-92F284288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1786"/>
            <a:ext cx="9144000" cy="2572069"/>
          </a:xfrm>
        </p:spPr>
        <p:txBody>
          <a:bodyPr>
            <a:normAutofit/>
          </a:bodyPr>
          <a:lstStyle/>
          <a:p>
            <a:pPr algn="r"/>
            <a:r>
              <a:rPr lang="en-US" altLang="ja-JP" sz="2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2342039</a:t>
            </a:r>
            <a:r>
              <a:rPr lang="ja-JP" altLang="en-US" sz="2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上島　拓実</a:t>
            </a:r>
            <a:endParaRPr lang="en-US" altLang="ja-JP" sz="2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/>
            <a:r>
              <a:rPr kumimoji="1" lang="en-US" altLang="ja-JP" sz="2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2342099</a:t>
            </a:r>
            <a:r>
              <a:rPr kumimoji="1" lang="ja-JP" altLang="en-US" sz="2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松永　佳佑</a:t>
            </a:r>
            <a:endParaRPr kumimoji="1" lang="en-US" altLang="ja-JP" sz="2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/>
            <a:br>
              <a:rPr lang="en-US" altLang="ja-JP" sz="2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altLang="ja-JP" sz="2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https://github.com/takumi-0623/database</a:t>
            </a:r>
            <a:endParaRPr kumimoji="1" lang="ja-JP" altLang="en-US" sz="2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148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B312-4E20-CDFC-EA88-D0BD0F2FF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D6E14ABC-D6AF-C18A-B646-F58446A42440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11AF08-460B-EB07-58EB-407AE88F5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このシステムを作る背景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E1431B-11BD-8A60-9EF5-DA63C725C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私たちが普段使う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WebClass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の問題点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 具体的な締切日がぱっと見で分からない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 一度アクセスすると締め切りのアナウンスが消える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課題管理が難しい</a:t>
            </a:r>
            <a:endParaRPr lang="en-US" altLang="ja-JP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ja-JP" altLang="en-US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ぱっと見で課題管理ができるアプリが作りたい！</a:t>
            </a:r>
            <a:endParaRPr lang="en-US" altLang="ja-JP" b="1" u="sng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00E7D6-4403-27B6-6134-886717C3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2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01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E7D92-DBF8-EC1D-1DF7-F2344FF9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F75081CF-AE84-DD0D-C138-9C816E521060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A7ACA21-C8B2-BB7D-8C24-80EC48FF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(1)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36450-D06A-BCAA-062D-8C15E32C8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新規登録、ログイン画面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→ログイン機能の追加により、</a:t>
            </a:r>
            <a:b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 ユーザーごとに課題管理可能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C3CAC4-770F-2624-1197-5079FD35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3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9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BA39-F584-5044-C2CD-403F26B3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93A1732-4C0C-AB50-703B-38D08F38DC00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39DA9A5-BFDF-929A-F97F-7FE1817E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(1)-1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コンテンツ プレースホルダー 5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26E4BFBE-C1F4-C4C0-95EC-3E413493D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1087" y="1252538"/>
            <a:ext cx="8289826" cy="4352925"/>
          </a:xfrm>
          <a:noFill/>
          <a:ln>
            <a:noFill/>
          </a:ln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E5C6A0-9CBE-18BC-33B0-22129A5A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4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540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A7D2-FF62-B082-9140-385B1DEC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C1176CD8-9850-5513-B691-ACF05108503C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0F789FE-F181-07C6-06D2-124E696B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(1)-2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コンテンツ プレースホルダー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A628A5E-E47A-DC52-0F5C-0898CBE55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36343" y="1252538"/>
            <a:ext cx="8319314" cy="4352925"/>
          </a:xfrm>
          <a:noFill/>
          <a:ln>
            <a:noFill/>
          </a:ln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0E154A-ECDE-3E92-CAA5-24A60A38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5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14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28C0B-0F76-EA29-CD70-FC698161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B3612199-B3DB-D7EC-E57B-6425413D971B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611240A-0549-C065-2ABB-1B7261E5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(2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9488DE-785F-9523-3C8E-AD05BEE75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ログイン後に表示されるメイン画面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授業、提出期限がすぐわかる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未提出、提出済みに分かれているため、</a:t>
            </a:r>
            <a:b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課題管理がしやすい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締め切り順や、作成日順などにソートできる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B46C52-84BE-9B2F-273B-9BD68F61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6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51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D838-96AE-1640-BAD7-6897289F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B3D55B97-34D9-FB9F-C1BD-16E6B876ADF5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D2478CB-749B-C2E7-C7B5-B53275B7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(2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-1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コンテンツ プレースホルダー 5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1789520E-14E3-C359-DF28-4AA3CF732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85686" y="1252538"/>
            <a:ext cx="8420627" cy="4352925"/>
          </a:xfrm>
          <a:noFill/>
          <a:ln>
            <a:noFill/>
          </a:ln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45A885-A0DE-E1BF-FA80-91020B80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7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80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BE995-A896-DCD3-BA25-81C44EE8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C353A48-5A35-6687-BB89-81E02F3E04E4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8DDFE0-B534-4A9F-91D5-ED0CAB833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(3)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D65F61-252D-3800-616A-0520F9907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新規課題登録画面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授業名、提出期限、メモを登録できる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授業管理画面で授業の追加、削除が可能</a:t>
            </a:r>
            <a:b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→授業名を何度も入力する必要がない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8AABA0-09FD-8BB8-B212-6998B509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8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093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8D35A-CB04-92AE-9914-CC7774EE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1251BBC8-C433-1E0E-497B-1048EAD2F7F8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1274CB9-306D-6C8F-FA6B-B55C376F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(3)-1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コンテンツ プレースホルダー 5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0672A7B3-F2A4-536B-BA1F-2AFB479E4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4157" y="1252538"/>
            <a:ext cx="8403685" cy="4352925"/>
          </a:xfrm>
          <a:noFill/>
          <a:ln>
            <a:noFill/>
          </a:ln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2A3C5F-C11C-3194-AA3B-41C15CE5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9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33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A4894-E016-8B56-E555-964B01B1B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D0BC5127-AC92-62DF-79D7-CD1E07A005C4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ECC387-1C9A-B9E5-1C26-1C85962D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(4)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DCD384-30F8-E590-2F2D-12B65CA7B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課題編集画面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既存の課題を編集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365125" algn="l"/>
                <a:tab pos="1971675" algn="l"/>
                <a:tab pos="2152650" algn="l"/>
                <a:tab pos="3856038" algn="l"/>
                <a:tab pos="4038600" algn="l"/>
              </a:tabLst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提出状況を変更することで、</a:t>
            </a:r>
            <a:b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メイン画面にも反映される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defTabSz="941388">
              <a:lnSpc>
                <a:spcPct val="120000"/>
              </a:lnSpc>
              <a:buNone/>
              <a:tabLst>
                <a:tab pos="1971675" algn="l"/>
                <a:tab pos="2152650" algn="l"/>
                <a:tab pos="3856038" algn="l"/>
                <a:tab pos="4038600" algn="l"/>
              </a:tabLst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191BC6-FBC8-1D22-895C-98900E42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10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95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0B1C9-61EF-8CAB-8E6C-C05934E2E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37C36984-C56C-555A-E89B-234829A5A7D4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165A1C0-4744-50E6-08B5-65D96557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(4)-1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ED7655-3F03-EB14-5E89-01B2B14D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11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  <p:pic>
        <p:nvPicPr>
          <p:cNvPr id="15" name="コンテンツ プレースホルダー 1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C0E62205-66FB-1572-285E-CE29DF197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78718" y="1403263"/>
            <a:ext cx="8434563" cy="4351338"/>
          </a:xfrm>
        </p:spPr>
      </p:pic>
    </p:spTree>
    <p:extLst>
      <p:ext uri="{BB962C8B-B14F-4D97-AF65-F5344CB8AC3E}">
        <p14:creationId xmlns:p14="http://schemas.microsoft.com/office/powerpoint/2010/main" val="1494506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4C2FD-CDF1-4F5B-DF71-CB509899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8CA72FAC-3C6E-DF48-905C-247DD94EE6F6}"/>
              </a:ext>
            </a:extLst>
          </p:cNvPr>
          <p:cNvSpPr txBox="1">
            <a:spLocks/>
          </p:cNvSpPr>
          <p:nvPr/>
        </p:nvSpPr>
        <p:spPr>
          <a:xfrm>
            <a:off x="0" y="6176963"/>
            <a:ext cx="12192000" cy="669837"/>
          </a:xfrm>
          <a:prstGeom prst="rect">
            <a:avLst/>
          </a:prstGeo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　</a:t>
            </a:r>
            <a:r>
              <a:rPr lang="ja-JP" altLang="en-US" sz="2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課題管理アプリ「締切管理室」　　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44027DD-19FC-8145-62A7-141EBD6E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0901"/>
          </a:xfrm>
          <a:gradFill>
            <a:gsLst>
              <a:gs pos="0">
                <a:srgbClr val="0070C0">
                  <a:alpha val="50000"/>
                </a:srgbClr>
              </a:gs>
              <a:gs pos="100000">
                <a:srgbClr val="0070C0"/>
              </a:gs>
            </a:gsLst>
            <a:lin ang="10800000" scaled="1"/>
          </a:gradFill>
        </p:spPr>
        <p:txBody>
          <a:bodyPr>
            <a:normAutofit/>
          </a:bodyPr>
          <a:lstStyle/>
          <a:p>
            <a:r>
              <a:rPr lang="ja-JP" altLang="en-US" b="1" dirty="0"/>
              <a:t>　</a:t>
            </a:r>
            <a:r>
              <a:rPr lang="ja-JP" altLang="en-US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アプリケーションの説明</a:t>
            </a:r>
            <a:r>
              <a:rPr lang="en-US" altLang="ja-JP" sz="32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(4)-2</a:t>
            </a:r>
            <a:endParaRPr kumimoji="1" lang="ja-JP" altLang="en-US" sz="32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668715-C0D1-396A-89B9-B3A2FA3E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5E56-8F25-7F46-B724-C98981BBCD55}" type="slidenum">
              <a:rPr kumimoji="1" lang="ja-JP" altLang="en-US" sz="2400" smtClean="0">
                <a:solidFill>
                  <a:schemeClr val="bg1"/>
                </a:solidFill>
              </a:rPr>
              <a:t>12</a:t>
            </a:fld>
            <a:endParaRPr kumimoji="1" lang="ja-JP" altLang="en-US" sz="2400" dirty="0">
              <a:solidFill>
                <a:schemeClr val="bg1"/>
              </a:solidFill>
            </a:endParaRPr>
          </a:p>
        </p:txBody>
      </p:sp>
      <p:pic>
        <p:nvPicPr>
          <p:cNvPr id="9" name="コンテンツ プレースホルダー 8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43D95FB-1A74-DBE7-B728-9FBCC2953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1459" y="1403263"/>
            <a:ext cx="8409081" cy="4351338"/>
          </a:xfrm>
        </p:spPr>
      </p:pic>
    </p:spTree>
    <p:extLst>
      <p:ext uri="{BB962C8B-B14F-4D97-AF65-F5344CB8AC3E}">
        <p14:creationId xmlns:p14="http://schemas.microsoft.com/office/powerpoint/2010/main" val="382457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3839</TotalTime>
  <Words>416</Words>
  <Application>Microsoft Office PowerPoint</Application>
  <PresentationFormat>ワイド画面</PresentationFormat>
  <Paragraphs>70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BIZ UDPゴシック</vt:lpstr>
      <vt:lpstr>游ゴシック</vt:lpstr>
      <vt:lpstr>游ゴシック Light</vt:lpstr>
      <vt:lpstr>Arial</vt:lpstr>
      <vt:lpstr>Office テーマ</vt:lpstr>
      <vt:lpstr>課題管理アプリ「締切管理室」　　</vt:lpstr>
      <vt:lpstr>　このシステムを作る背景</vt:lpstr>
      <vt:lpstr>　アプリケーションの説明(1)</vt:lpstr>
      <vt:lpstr>　アプリケーションの説明(1)-1</vt:lpstr>
      <vt:lpstr>　アプリケーションの説明(1)-2</vt:lpstr>
      <vt:lpstr>　アプリケーションの説明(2）</vt:lpstr>
      <vt:lpstr>　アプリケーションの説明(2）-1</vt:lpstr>
      <vt:lpstr>　アプリケーションの説明(3)</vt:lpstr>
      <vt:lpstr>　アプリケーションの説明(3)-1</vt:lpstr>
      <vt:lpstr>　アプリケーションの説明(4)</vt:lpstr>
      <vt:lpstr>　アプリケーションの説明(4)-1</vt:lpstr>
      <vt:lpstr>　アプリケーションの説明(4)-2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 情報システム学科 SD PBL(1)</dc:title>
  <dc:creator>MASUDA Satoshi</dc:creator>
  <cp:lastModifiedBy>g2342099</cp:lastModifiedBy>
  <cp:revision>73</cp:revision>
  <dcterms:created xsi:type="dcterms:W3CDTF">2023-05-11T05:23:10Z</dcterms:created>
  <dcterms:modified xsi:type="dcterms:W3CDTF">2026-01-18T20:03:26Z</dcterms:modified>
</cp:coreProperties>
</file>